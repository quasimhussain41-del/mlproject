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Models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 Interactive Machine Learning Web Applications</a:t>
            </a:r>
          </a:p>
          <a:p>
            <a:r>
              <a:t>Built with Streamlit &amp;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6 Interactive ML Web Applications</a:t>
            </a:r>
          </a:p>
          <a:p>
            <a:r>
              <a:t>• Built using Streamlit</a:t>
            </a:r>
          </a:p>
          <a:p>
            <a:r>
              <a:t>• Real-time predictions</a:t>
            </a:r>
          </a:p>
          <a:p>
            <a:r>
              <a:t>• Premium dark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Diabetes Prediction – SVM (~78%)</a:t>
            </a:r>
          </a:p>
          <a:p>
            <a:r>
              <a:t>2. Heart Disease Prediction – Logistic Regression (~85%)</a:t>
            </a:r>
          </a:p>
          <a:p>
            <a:r>
              <a:t>3. Loan Status Prediction – SVM (~80%)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Spam Mail Detector – Logistic Regression + TF-IDF (~96%)</a:t>
            </a:r>
          </a:p>
          <a:p>
            <a:r>
              <a:t>5. Movie Recommender – TF-IDF + Cosine Similarity</a:t>
            </a:r>
          </a:p>
          <a:p>
            <a:r>
              <a:t>6. Customer Churn Prediction – Random Forest (~79%)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Streamlit</a:t>
            </a:r>
          </a:p>
          <a:p>
            <a:r>
              <a:t>• ML: Scikit-learn, XGBoost</a:t>
            </a:r>
          </a:p>
          <a:p>
            <a:r>
              <a:t>• Data: Pandas, NumPy</a:t>
            </a:r>
          </a:p>
          <a:p>
            <a:r>
              <a:t>• Python 3.8+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UI</a:t>
            </a:r>
          </a:p>
          <a:p>
            <a:r>
              <a:t>• Accuracy Display</a:t>
            </a:r>
          </a:p>
          <a:p>
            <a:r>
              <a:t>• Responsive Layout</a:t>
            </a:r>
          </a:p>
          <a:p>
            <a:r>
              <a:t>• Central Hub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app_main.py (Hub)</a:t>
            </a:r>
          </a:p>
          <a:p>
            <a:r>
              <a:t>• Separate folders for each model</a:t>
            </a:r>
          </a:p>
          <a:p>
            <a:r>
              <a:t>• Each contains: App, Dataset,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Repository</a:t>
            </a:r>
          </a:p>
          <a:p>
            <a:r>
              <a:t>2. Install Requirements</a:t>
            </a:r>
          </a:p>
          <a:p>
            <a:r>
              <a:t>3. Run: streamlit run app_main.py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ML algorithms implemented</a:t>
            </a:r>
          </a:p>
          <a:p>
            <a:r>
              <a:t>• Real-world use cases</a:t>
            </a:r>
          </a:p>
          <a:p>
            <a:r>
              <a:t>• Scalable and deployable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