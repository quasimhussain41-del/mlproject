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33678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336780" cy="7618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64390" cy="7593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43435" cy="7634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40260" cy="7526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337415" cy="7593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87885" cy="7485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408535" cy="7426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40260" cy="74688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87885" cy="7460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87885" cy="7414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217400" cy="7452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Spreadsheets</Application>
  <PresentationFormat/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syedquasimhussain</cp:lastModifiedBy>
  <cp:revision>2</cp:revision>
  <dcterms:created xsi:type="dcterms:W3CDTF">2026-03-03T07:34:44Z</dcterms:created>
  <dcterms:modified xsi:type="dcterms:W3CDTF">2026-03-03T07:34:44Z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B8ABFAF2599250A6678DA6696C98E742_42</vt:lpwstr>
  </property>
  <property fmtid="{D5CDD505-2E9C-101B-9397-08002B2CF9AE}" pid="3" name="KSOProductBuildVer">
    <vt:lpwstr>1033-12.1.22531.22531</vt:lpwstr>
  </property>
</Properties>
</file>